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99" autoAdjust="0"/>
    <p:restoredTop sz="94660"/>
  </p:normalViewPr>
  <p:slideViewPr>
    <p:cSldViewPr snapToGrid="0">
      <p:cViewPr>
        <p:scale>
          <a:sx n="110" d="100"/>
          <a:sy n="110" d="100"/>
        </p:scale>
        <p:origin x="-909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2670-B5E1-F585-7FC2-BAEFDA9D5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94335D-E0DC-A03E-958B-5D42E420B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76AD6-BBD1-3AC9-CD4F-6010CC5AA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8A1C5-3C46-7A12-F6C7-8F28313B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02E8-3DC6-7C1D-AA26-9FB9BAE9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88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137F4-CB0D-C58C-35A4-851E2D65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7DA96-931D-E235-EBC4-3A9D8B1A8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3380D-9CCF-300D-1794-7D0AED14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2D5AC-4D7E-1FFF-23CF-4A1C0745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B5F69-7A40-A479-CC78-1AAACB19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8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5468-AB1D-35EB-1C51-1E6D8A153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59BE7-ECE6-ADD3-61BF-C5F4D3516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1A331-275D-ACAC-6591-0A09654A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A09E3-2B9B-1CFA-1746-372DDE27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0E37-8D5E-4C81-DF21-0B4F588F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7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0E35-F503-85E5-10F5-512A4C77D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FA8EC-AE74-64CC-FE8E-0250F731D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ED029-9BB6-FBB9-84DE-C8FA1AC06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EF7DF-4ED1-D8D3-467F-B450AB413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105A5-A3A1-D69F-C95C-CE67283E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6DED9-857F-4C6B-8EC6-836E299F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5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F328-0830-3F82-0A9E-4ED2DEB20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5DA5F-E884-F055-9C47-077CC3A9A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188AD-7DE0-4552-0B5C-63E8F6E2B9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C91D1-AEC6-4D69-5716-798FF4A435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E12F09-9141-939B-03FB-671B9586A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F3554-EFDF-CA3F-271B-225122C9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95CF5-2430-71D7-68DB-455F9A00D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8AA006-B706-112A-8134-F380281F7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51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26C3B-953D-18CA-D891-AD4D7225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4F24A2-D41D-7ECD-2197-7C0D1565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CBC0A-A860-F8BE-8AF6-75883545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42ADF-7055-1AC3-407B-4867A0AA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8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3588F-78F3-3B26-742C-0C0BE436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B81D3D-E3E6-CB51-15E6-9C6D1F12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D8691-C5E3-5665-4D75-44C6DDC4C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39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B200F-0429-FDCA-FF6E-ABE17A723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ADFF4-7213-49A0-A4FB-781590DE2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8F480-C2D3-0DA2-BE75-A07929578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94602-9AE0-AAD7-DA00-CF28C9EBB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26F50-5BD7-29FB-08E4-DB7C3DBA5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55C7C-F2F5-96E3-C675-DB39DF97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839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581D-6FE0-183C-D62A-54DE3E43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7683F0-150F-8F6C-9011-518DFC7BD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63072-BA1B-DBF2-4F1C-C033196A3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E318B-0F5A-2CA2-C1EC-7C7CA2CF5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29D62-A486-C7F8-1555-117CF0756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CCA95-1E65-1923-9458-A32FCC1F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73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97DD-C5AD-C751-EA09-C50DA47FE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7EB476-64F8-549B-7DD5-29279C0A2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DB1B7-7455-E400-AEE7-10FE3604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EDF73-8D18-2607-36DC-32F944BC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1ECFE-410A-334F-179E-4BEE4745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34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2D936-400C-8466-F7A0-51E94D6CC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AFD46-8293-CB0E-D23D-93414DADF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B7AF8-1452-F8AA-0A4C-AE70388FF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ACD0F-BD77-79D6-6EB4-4401E114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ED55-3A16-4E00-AABC-B55521D7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317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2CD38-5303-95E6-FA2A-3503FD3C4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2F873-747E-6EE1-74E0-2A7FC4DF6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D133E-F7D5-4F18-4DF6-4673F0880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DEAE9-E4F7-4DEF-A91A-F68577A3920B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BFD3A-7C75-E3DE-27DB-2411AC79D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CD0C2-891E-3FB5-7AC6-2BFD168B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7100E-7DE4-4831-B033-5C3AFE375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48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F9F376-7787-BD14-21BA-6D48C53E8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946" y="113222"/>
            <a:ext cx="1621861" cy="1128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6A5789-EBBC-2366-646F-A917587F4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4041" y="344151"/>
            <a:ext cx="1467314" cy="1086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578D9B-B8CB-2DFD-1C6D-E8EFC4EC4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762" y="81421"/>
            <a:ext cx="1702593" cy="11512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FAD0E6-B961-7300-69AE-C11EC6694B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526" y="301824"/>
            <a:ext cx="1955546" cy="1128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FC07E15-A19E-DE5A-34D4-A33B71A268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484" y="267148"/>
            <a:ext cx="2131592" cy="1197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2CBF57-96E6-A7EB-EC3C-86200C89E8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41" y="113222"/>
            <a:ext cx="1702593" cy="1135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FB13D8A-6B75-56E2-9A91-7FB01BC1CA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797" y="267148"/>
            <a:ext cx="2018129" cy="1133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EC55DF-B5D8-1678-6AE7-064331D5E0C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952" y="405629"/>
            <a:ext cx="1535907" cy="1023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B0B471-EB44-ED22-669D-4C692A818C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524" y="64973"/>
            <a:ext cx="1612528" cy="11471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F25CFF1-15B1-8AD5-991B-2599D15D129F}"/>
              </a:ext>
            </a:extLst>
          </p:cNvPr>
          <p:cNvSpPr txBox="1"/>
          <p:nvPr/>
        </p:nvSpPr>
        <p:spPr>
          <a:xfrm>
            <a:off x="1288432" y="169621"/>
            <a:ext cx="4492064" cy="1015663"/>
          </a:xfrm>
          <a:prstGeom prst="rect">
            <a:avLst/>
          </a:prstGeom>
          <a:solidFill>
            <a:schemeClr val="bg1"/>
          </a:solidFill>
          <a:effectLst>
            <a:softEdge rad="317500"/>
          </a:effectLst>
        </p:spPr>
        <p:txBody>
          <a:bodyPr wrap="square" rtlCol="0">
            <a:spAutoFit/>
          </a:bodyPr>
          <a:lstStyle/>
          <a:p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Goffar.com</a:t>
            </a:r>
          </a:p>
        </p:txBody>
      </p:sp>
    </p:spTree>
    <p:extLst>
      <p:ext uri="{BB962C8B-B14F-4D97-AF65-F5344CB8AC3E}">
        <p14:creationId xmlns:p14="http://schemas.microsoft.com/office/powerpoint/2010/main" val="2522652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Linden Goffar</dc:creator>
  <cp:lastModifiedBy>Linden Goffar</cp:lastModifiedBy>
  <cp:revision>1</cp:revision>
  <dcterms:created xsi:type="dcterms:W3CDTF">2026-08-04T09:25:09Z</dcterms:created>
  <dcterms:modified xsi:type="dcterms:W3CDTF">2026-08-04T09:46:51Z</dcterms:modified>
</cp:coreProperties>
</file>